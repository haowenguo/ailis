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AILIS Artifact Tools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inventory fixture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840480"/>
          <a:ext cx="384048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</a:tblGrid>
              <a:tr h="4572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Slides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fixture-as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3840480"/>
            <a:ext cx="731520" cy="487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Adapter Roundtrip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Render contact sheet should see slide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